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084831"/>
            <a:ext cx="1005840" cy="50292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IPI DEFENSE · HEAD DISCOVERY &amp; EVALUATION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Read Head, Control Head 분리 PoC</a:t>
            </a:r>
          </a:p>
          <a:p>
            <a:pPr algn="l">
              <a:lnSpc>
                <a:spcPct val="120000"/>
              </a:lnSpc>
            </a:pPr>
            <a:r>
              <a:rPr sz="25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— Llama-3.1-70B / Qwen3-8B 헤드 탐색·평가 실험 (5차)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70B 자체 헤드 탐색 + 자체/전이 헤드 평가  ·  Qwen3-8B 레이어0 쏠림 진단 + 평가  ·  4개 suite 전체 확장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099"/>
                </a:solidFill>
                <a:latin typeface="Consolas"/>
                <a:ea typeface="Consolas"/>
                <a:cs typeface="Consolas"/>
              </a:rPr>
              <a:t>실험 2026-09-08~09-12  ·  5차 발표 2026-09-XX       원종빈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이번 사이클에 진행한 실험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345643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57200"/>
                <a:gridCol w="3931920"/>
                <a:gridCol w="651967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목적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Llama-3.1-70B 헤드 탐색 (Track A)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70B 스케일에서 AttnLRP로 자체 control head를 찾을 수 있는가 (기존엔 backward OOM으로 불가 판정)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Llama-3.1-70B 평가 (Track B)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 헤드를 knockout하면 slack IPI 공격이 억제되는가 — 자체 헤드 vs 8B 전이 헤드 비교, heldout 표본 확대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Qwen3-8B 헤드 탐색 (Track A) + 레이어 0 쏠림 진단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lxt가 경고한 "Qwen3는 attribution이 첫 토큰에 쏠린다"는 현상이 실재하는지, 실재해도 헤드 탐색이 유효한지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Qwen3-8B 평가 (Track B)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Qwen3-8B에서 찾은 헤드로도 knockout이 8B급 모델과 같은 패턴을 보이는가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074920"/>
            <a:ext cx="10908792" cy="10972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5239512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공통 조건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AgentDojo slack suite(+확장 평가로 banking/travel/workspace) · agentdojo_default tool-call 파서 · 공격 2종(important_instructions, tool_knowledge) · greedy decoding.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Llama-3.1-70B 헤드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방법 — 수동 device_map으로 backward OOM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기존 결론("70B AttnLRP backward는 하드웨어 한계로 불가")은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--device_map auto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경로 한정이었다 — 타이트한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--max_memory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면 CPU/disk 분산 에러, 느슨하면 레이어가 한 GPU에 몰려 backward OOM.</a:t>
            </a:r>
          </a:p>
          <a:p>
            <a:pPr algn="l">
              <a:lnSpc>
                <a:spcPct val="135000"/>
              </a:lnSpc>
              <a:spcBef>
                <a:spcPts val="1800"/>
              </a:spcBef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해결: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--device_map_plan "0:32,1:30,2:18"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embed/norm/lm_head를 첫 GPU에 몰아두고(backward가 양 끝에서 시작·수렴), 레이어는 순서대로 분배.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CUDA_VISIBLE_DEVICES=1,0,2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→ A6000(48G,root) / Blackwell(32G) / 4090(24G).</a:t>
            </a:r>
          </a:p>
          <a:p>
            <a:pPr algn="l">
              <a:lnSpc>
                <a:spcPct val="135000"/>
              </a:lnSpc>
              <a:spcBef>
                <a:spcPts val="1800"/>
              </a:spcBef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두 번 탐색: </a:t>
            </a:r>
            <a:r>
              <a:rPr sz="13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head_n=200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(09-08, 8B 탐색과 동일 조건) / </a:t>
            </a: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head_n=80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(09-12, heldout 평가 표본 확대 목적).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Llama-3.1-70B 헤드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결과 — suite별 내역 · 헤드 · 재현성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80층×64헤드(5,120개) 중 20개 선정. --max_seq_len 1000 필터 후 949쌍 중 137쌍만 통과 (workspace는 두 탐색 모두 전량 필터 탈락)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6492237" cy="228600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050215"/>
                <a:gridCol w="1432111"/>
                <a:gridCol w="1336637"/>
                <a:gridCol w="1336637"/>
                <a:gridCol w="1336637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head_n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탐색 pair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user_task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shortfall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11/11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20/20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5/11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7/20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60920" y="2011680"/>
            <a:ext cx="4023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n_examples_used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head_n=200: 130/149 (0 oom, 0 nan)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head_n=80: 54/54 (0 oom, 0 nan)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선정 헤드 20개 (head_n=80)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layer 26–44/80 (≈33–55%), jaccard 0.82 vs head_n=200(18/20 일치)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08792" cy="16916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4599432"/>
            <a:ext cx="10360152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(35,35)(38,52)(34,6)(32,22)(35,34)(30,51)(31,47)(29,58)(31,45)(33,30)(35,18)(31,7)(26,53)(29,62)(32,16)(28,41)(44,35)(28,1)(33,14)(34,43)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8B와 비교: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Llama-8B는 layer 11–22/32(≈38–47%) — </a:t>
            </a: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같은 상대 깊이 대역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(스케일 8배에도 유지).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Llama-3.1-70B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방법 — 자체 vs 전이 헤드, heldout 표본 확대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08792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비교축 ① 헤드 출처 —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70B 자체 헤드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vs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8B 헤드 전이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(70B Track A가 없던 시점엔 8B 헤드를 전이해 씀 → 이후 정면 대조)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비교축 ② 표본 —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--eval_split all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(105쌍, 누수 있음) vs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--eval_split heldout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(탐색에 안 쓰인 case만, 누수 없음)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749039"/>
          <a:ext cx="10908791" cy="109728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668403"/>
                <a:gridCol w="4620194"/>
                <a:gridCol w="2310097"/>
                <a:gridCol w="2310097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head_n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헤드 탐색에 쓴 slack user_task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heldout 후보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평가한 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 / 20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 (전부)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 / 20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Llama-3.1-70B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결과 — 자체 vs 전이 헤드 · suite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81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자체 vs 전이 헤드 (slack all105, 09-08/09)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20240"/>
          <a:ext cx="10908791" cy="153619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832090"/>
                <a:gridCol w="1888060"/>
                <a:gridCol w="1363599"/>
                <a:gridCol w="1363599"/>
                <a:gridCol w="1363599"/>
                <a:gridCol w="2097844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헤드 출처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억제/bf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8B 전이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0.276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4/2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70B 자체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0.276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13/3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−10 (34%↓)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8B 전이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3/2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70B 자체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18/0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−18 (44%↓)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0332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heldout 확대 + suite 확장 (70B 자체 헤드, head_n=80, 2026-09-12)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023360"/>
          <a:ext cx="10908791" cy="195681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371600"/>
                <a:gridCol w="1737360"/>
                <a:gridCol w="914400"/>
                <a:gridCol w="1051560"/>
                <a:gridCol w="1051560"/>
                <a:gridCol w="1691640"/>
                <a:gridCol w="1600200"/>
                <a:gridCol w="149047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억제/bf/pr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important_instr.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9/1/6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+8 (53%↓)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0.150 (↓)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0.350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8/0/13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+8 (38%↓)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0.183 (↑)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important_instr.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0.068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3/2/2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 (약함)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0.627 (↑)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0/60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48G에서도 100% OOM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0/60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48G에서도 100% OOM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Qwen3-8B 헤드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레이어 0(첫 토큰) 쏠림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lxt README 경고: "Qwen3는 attribution이 첫 토큰(position 0)으로 쏠린다." 우리 head 탐색은 relevance를 D</a:t>
            </a:r>
            <a:r>
              <a:rPr sz="9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span에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group-sum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하므로, 질량이 position 0에 흡수되면 head 점수가 계통적으로 눌릴 위험 — 배선 전에 직접 진단.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판단 기준: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position 0 비중이 0이 아닌 것 자체는 문제가 아니다(causal LM의 흔한 attention sink). 같은 프롬프트로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qwen2 대조군과 나란히 돌려 상대적으로 얼마나 더 쏠리는지가 기준.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337560"/>
          <a:ext cx="7589517" cy="109728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463039"/>
                <a:gridCol w="2468880"/>
                <a:gridCol w="1828799"/>
                <a:gridCol w="182879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family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position 0 비중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data_inj 비중(22tok)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 (대조군)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Qwen2.5-7B-Instruct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37.71%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Qwen3-8B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16.71%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32.78%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908792" cy="14173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919472"/>
            <a:ext cx="1036015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쏠림은 qwen2 대비 ~34배로 실재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그러나 data_inj span 비중은 qwen2와 비슷하게 유지되고 여전히 position 0 단독보다 2배 이상 크다 — group-sum 방식이라 position 0은 애초에 그 합산에 안 들어감. →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진단 통과.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Qwen3-8B 헤드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결과 — suite별 내역(oom) · 헤드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36층×32헤드(1,152개) 중 20개 선정. --max_seq_len 1200 필터로 174/949쌍 통과 (4 suite 전부 생존). head_n=200, quota=50/suite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5120639" cy="195681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776548"/>
                <a:gridCol w="1358537"/>
                <a:gridCol w="198555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 (전량)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 (전량)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(28%)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89320" y="201168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oom이 전부 travel/workspace에 집중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(추정: 긴 프롬프트) — banking/slack은 거의 안전.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layer 범위: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18–29 / 36 (≈50–80% 깊이)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layer 0 헤드 2개(10%)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S7 쏠림과 무관 단정 불가(caveat), 다만 layer 0 지배는 이 방법론 전반의 반복 현상.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908792" cy="14173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4005072"/>
            <a:ext cx="1036015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(25,10)(0,3)(20,29)(22,11)(21,18)(19,21)(24,31)(0,0)(29,0)(22,0)(23,26)(18,30)(21,19)(18,14)(21,11)(26,26)(18,15)(20,5)(21,27)(28,22)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Llama-8B/70B와 비교: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상대 깊이 38–47%/33–55% — Qwen3-8B가 뚜렷이 더 깊은 대역.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05 · Qwen3-8B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방법 &amp; 결과 — slack + suite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81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헤드 탐색에 쓰인 slack user_task 6/20 → heldout 35쌍 전부 평가. knockout 20개 헤드, k=0→k=20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10908792" cy="234086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417320"/>
                <a:gridCol w="1691640"/>
                <a:gridCol w="960120"/>
                <a:gridCol w="1005840"/>
                <a:gridCol w="1005840"/>
                <a:gridCol w="1600200"/>
                <a:gridCol w="1600200"/>
                <a:gridCol w="162763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억제/bf/pr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important_instr.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8/0/0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+8 전량억제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0.429 (↑)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5/1/1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+4 (66%↓)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0.400 무손상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important_instr.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4/0/0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+4 전량억제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 (↓)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important_instr.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53/60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대조군(baseline 0)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0.189 무변화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 (all)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important_instr.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52/60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0/1/0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 (잡음)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0.096 (P14)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908792" cy="14173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919472"/>
            <a:ext cx="1036015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banking도 slack처럼 전량 억제·backfire 0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Qwen3-8B는 70B와 달리 banking에서도 깨끗하게 작동. workspace는 baseline 공격이 아예 없어 순수 대조군(utility 무변화). travel은 4090 100% OOM → Blackwell로 재시도, k0_util 0.096으로 극히 낮음(P14 파서 문제 재확인).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06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결과 요약 &amp; 다음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30632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856232"/>
            <a:ext cx="10360152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확인된 것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Llama-70B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수동 device_map으로 자체 헤드 탐색 가능. 자체 헤드가 8B 전이 헤드보다 뚜렷이 강하게 작동(전이 헤드는 net 효과 없음). heldout 표본 4배 확대(15→60)에도 net 억제 유지 — important_instructions에서 utility 첫 손상 발견(원인 특정).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70B는 slack·banking만 평가 가능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travel·workspace는 A6000(48GB)로도 100% OOM. banking은 knockout 신호가 약함(net+1)지만 utility는 오히려 개선.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Qwen3-8B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첫 토큰 쏠림 실재(qwen2 대비 34배)하나 D_inj 신호를 지우지 않음 — 8B급과 동일한 knockout 패턴 재현.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Qwen3-8B는 4개 suite 전부 평가 가능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banking도 slack처럼 전량 억제, workspace는 순수 대조군, travel은 알려진 파서 문제(P14)로 낮은 utility 재확인.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74920"/>
            <a:ext cx="10908792" cy="12344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239512"/>
            <a:ext cx="1036015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다음 단계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Qwen2.5-32B 자체 헤드 nf4dq 재탐색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(todo.md §4-1).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70B k-sweep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(topk 20→40→60), utility 손상 원인 정밀 확인.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70B travel/workspace OOM 근본 해결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(2-GPU 분산 등) — 지금은 평가 자체가 안 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