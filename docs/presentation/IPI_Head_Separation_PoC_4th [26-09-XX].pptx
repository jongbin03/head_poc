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084831"/>
            <a:ext cx="1005840" cy="50292"/>
          </a:xfrm>
          <a:prstGeom prst="rect">
            <a:avLst/>
          </a:prstGeom>
          <a:solidFill>
            <a:srgbClr val="C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IPI DEFENSE · PARSER &amp; QUANTIZATION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Read Head, Control Head 분리 PoC</a:t>
            </a:r>
          </a:p>
          <a:p>
            <a:pPr algn="l">
              <a:lnSpc>
                <a:spcPct val="12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— 파서 정합성 검증 + 양자화 아티팩트 규명 (4차)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파서 A/B  ·  표본 확대 (n=148)  ·  양자화 규명 (fp4 → nf4 / bf16)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B9099"/>
                </a:solidFill>
                <a:latin typeface="Consolas"/>
                <a:ea typeface="Consolas"/>
                <a:cs typeface="Consolas"/>
              </a:rPr>
              <a:t>3차 발표 08-26  ·  피드백 대응 실험 08-31~09-06  ·  4차 발표 2026-09-XX       원종빈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01 · 서론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3차 발표까지의 결론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08792" cy="841248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77824" y="186537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knockout = 찾은 head들의 </a:t>
            </a:r>
            <a:r>
              <a:rPr sz="12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주입 명령 방향(D</a:t>
            </a:r>
            <a:r>
              <a:rPr sz="9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inj</a:t>
            </a:r>
            <a:r>
              <a:rPr sz="12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) attention edge만 차단.  </a:t>
            </a:r>
            <a:r>
              <a:rPr sz="12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세 축 모두에서 "공격 억제 + 정상 기능 보존"이 재현됨.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확장 축:  </a:t>
            </a:r>
            <a:r>
              <a:rPr sz="11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① 스케일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Qwen2.5 7B→32B    </a:t>
            </a:r>
            <a:r>
              <a:rPr sz="11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② 패밀리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Qwen2→Llama-3.1    </a:t>
            </a:r>
            <a:r>
              <a:rPr sz="11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③ 공격 강도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문구 강화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154680"/>
          <a:ext cx="10908791" cy="1956816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2103120"/>
                <a:gridCol w="2926080"/>
                <a:gridCol w="640080"/>
                <a:gridCol w="1645920"/>
                <a:gridCol w="1645920"/>
                <a:gridCol w="1947671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ASR  k=0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ASR  k=N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 감소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Qwen2.5-32B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important_instructions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8.8%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Qwen2.5-32B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tool_knowledge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14.5%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9.1%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37.5%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Llama-3.1-8B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important_instructions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4.5%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Llama-3.1-8B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tool_knowledge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4.5%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230368"/>
            <a:ext cx="10908792" cy="96012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3차가 스스로 단 한계 — 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① 표본이 작다(suite마다 무작위 15쌍)   ② 성공 사례가 거의 </a:t>
            </a:r>
            <a:r>
              <a:rPr sz="115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slack에 몰림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  ③ tool-call 파서가 우리 커스텀 구현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01 · 서론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이번 사이클(P16)에 한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77824" y="1847088"/>
            <a:ext cx="10332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출발점: 교수님 피드백 4번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"tool-call 파서를 AgentDojo 기본값으로 바꿔서 실험해봐라"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697480"/>
          <a:ext cx="10908792" cy="2377440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457200"/>
                <a:gridCol w="2743200"/>
                <a:gridCol w="7708392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실험 라인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무엇을 봤나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파서 A/B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커스텀 → agentdojo_default로 바꿔도 suite별 비대칭(banking/workspace 저조)이 그대로인가?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 최대 확대  (n=148)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 knockout 실패가 표본이 작아서인가 실재하는가? + 성공한 공격의 성격 분석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양자화 규명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 실패가 나온 유일한 32B 실행이 4bit — 원인이 (1) 4bit 양자화인가 (2) 32B 스케일인가?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212080"/>
            <a:ext cx="10908792" cy="96012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376672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결론 미리보기 — 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① 파서는 confound 아님   ② 스케일업 반례 재확정, 단 slack은 특이 케이스   ③ 원인 두 갈래(</a:t>
            </a:r>
            <a:r>
              <a:rPr sz="1100" b="0">
                <a:solidFill>
                  <a:srgbClr val="565C66"/>
                </a:solidFill>
                <a:latin typeface="Consolas"/>
                <a:ea typeface="Consolas"/>
                <a:cs typeface="Consolas"/>
              </a:rPr>
              <a:t>fp4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양자화 아티팩트 + 약한 32B 스케일 효과)로 분리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실험 ①  파서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왜 파서를 의심했나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08792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Track B(</a:t>
            </a:r>
            <a:r>
              <a:rPr sz="1100" b="0">
                <a:solidFill>
                  <a:srgbClr val="565C66"/>
                </a:solidFill>
                <a:latin typeface="Consolas"/>
                <a:ea typeface="Consolas"/>
                <a:cs typeface="Consolas"/>
              </a:rPr>
              <a:t>run_agentdojo_eval.py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)가 쓰던 tool-call 프롬프트/파서는 AgentDojo 자체 기본값이 아니라 </a:t>
            </a:r>
            <a:r>
              <a:rPr sz="13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우리가 만든 커스텀 파서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였음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3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이유: 초기 실험에서 1.5B 모델이 AgentDojo 기본 포맷을 안 따라 대체했던 이력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3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3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우려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: 지금까지 관찰한 "banking/workspace suite 저조"가 파서 아티팩트일 수 있지 않은가?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3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3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대응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00" b="0">
                <a:solidFill>
                  <a:srgbClr val="565C66"/>
                </a:solidFill>
                <a:latin typeface="Consolas"/>
                <a:ea typeface="Consolas"/>
                <a:cs typeface="Consolas"/>
              </a:rPr>
              <a:t>--tool_call_format agentdojo_default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옵션 추가(AgentDojo 자체 파서 재사용) 후 같은 조건에서 A/B 비교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실험 ①  파서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Custom vs AgentDojo-default A/B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같은 모델·heads·seed(42)·suite(banking/slack/workspace, held-out)로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Qwen2.5-7B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304288"/>
          <a:ext cx="5257800" cy="2157984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2148840"/>
                <a:gridCol w="1554480"/>
                <a:gridCol w="15544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custom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agentdojo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n_pairs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parse ok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57.5%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59.4%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k0 utility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39.5%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42.2%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k0 ASR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4.7%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6.7%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 ASR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91072" y="20116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Llama-3.1-8B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91072" y="2304288"/>
          <a:ext cx="5257800" cy="2157984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2148840"/>
                <a:gridCol w="1554480"/>
                <a:gridCol w="15544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custom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agentdojo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n_pairs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parse ok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79.2%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79.1%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k0 utility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35.6%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38.6%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k0 ASR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4.4%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 ASR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2.3%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526280"/>
            <a:ext cx="10908792" cy="155448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4690872"/>
            <a:ext cx="1036015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banking/workspace 저조는 파서 아티팩트가 아님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두 모델·두 파서 모두 같은 suite별 비대칭 재현, parse ok율도 파서와 무관.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1.5B의 기본 포맷 실패 전례는 7B/8B에서 재현 안 됨 → </a:t>
            </a:r>
            <a:r>
              <a:rPr sz="12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agentdojo_default를 기본값으로 채택.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 단 Llama+agentdojo에서만 banking 1건 backfire(표본 1건, 이후 확대로 재확인).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실험 ②  표본 확대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표본을 왜 최대치로 키웠나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90879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3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파서 전환 직후 32B vs 7B 비교(초기 n=43~45)에서: 스케일업해도 ASR이 안 오르는 기존 결론은 재확인되지만, </a:t>
            </a:r>
            <a:r>
              <a:rPr sz="135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slack suite에서만 knockout이 일부 성공 공격을 못 막는</a:t>
            </a:r>
            <a:r>
              <a:rPr sz="13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신호가 눈에 띔</a:t>
            </a:r>
          </a:p>
          <a:p>
            <a:pPr algn="l">
              <a:lnSpc>
                <a:spcPct val="135000"/>
              </a:lnSpc>
              <a:spcBef>
                <a:spcPts val="1800"/>
              </a:spcBef>
            </a:pPr>
            <a:r>
              <a:rPr sz="13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3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우연(표본이 작아서)인지 실재하는 패턴인지 가리려면 표본을 최대치로 → </a:t>
            </a:r>
            <a:r>
              <a:rPr sz="13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banking/slack/travel은 held-out 풀 전수</a:t>
            </a:r>
            <a:r>
              <a:rPr sz="13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, workspace만 풀 392쌍 중 45로 캡(</a:t>
            </a:r>
            <a:r>
              <a:rPr sz="1100" b="0">
                <a:solidFill>
                  <a:srgbClr val="565C66"/>
                </a:solidFill>
                <a:latin typeface="Consolas"/>
                <a:ea typeface="Consolas"/>
                <a:cs typeface="Consolas"/>
              </a:rPr>
              <a:t>--limit_pairs 45</a:t>
            </a:r>
            <a:r>
              <a:rPr sz="13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실험 ②  표본 확대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Qwen2.5-32B 4-suite held-out 풀 확대 (n=148)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88" cy="2359152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1571605"/>
                <a:gridCol w="2126289"/>
                <a:gridCol w="1432934"/>
                <a:gridCol w="1432934"/>
                <a:gridCol w="1432934"/>
                <a:gridCol w="1432934"/>
                <a:gridCol w="1479158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suite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 / held-out 풀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k0 util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k0 ASR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 util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 ASR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parse ok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banking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 / 45  전수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66.7%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73.3%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52.9%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 / 35  전수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25.7%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22.9%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22.9%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73.4%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travel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 / 28  전수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25.0%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25.0%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83.8%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workspace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 / 392</a:t>
                      </a: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 (45 샘플)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20.0%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44.4%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148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36.5%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6.8%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37.8%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68.3%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224528"/>
            <a:ext cx="10908792" cy="1874519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0152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스케일업 반례 최종 확정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지금까지 가장 큰 표본에서도 전체 ASR 6.8%. 표본 크기 문제일 여지 소멸.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2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slack만 특이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held-out 35쌍 전수 기준 성공한 공격 8건 중 5건을 knockout이 못 막음(억제 3, persist 5). banking/travel/workspace는 완벽 억제(0%).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banking·slack·travel은 held-out 풀 전수라 표본 논란 없음. workspace는 392쌍 중 40쌍만 봤지만 k0 ASR 자체가 0%라 결론에 영향 없음.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실험 ②  표본 확대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성공한 공격은 전부 "단순 공격"이었다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18488"/>
            <a:ext cx="109087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slack 성공 공격의 injection_task별 분해 (held-out 35쌍 전수,  k0 성공수 → kN 성공수)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5960"/>
          <a:ext cx="10908788" cy="2523744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691054"/>
                <a:gridCol w="3702078"/>
                <a:gridCol w="691054"/>
                <a:gridCol w="1332748"/>
                <a:gridCol w="1480831"/>
                <a:gridCol w="1480831"/>
                <a:gridCol w="1530192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inj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 · 채점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call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7B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Llama-8B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32B fp4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32B bf16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 링크 전송 · 단일조건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4→0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3→0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3→2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3→3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 URL 방문 · 단일조건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2→0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1→0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2→0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초대·추가·제거 · trace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2→0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1→0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4→3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4→2  †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4채널 유출 · 5-way AND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1→0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general 유출 · 3-way AND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1/3/5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달성 가능한 공격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6→0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6→0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8→5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9→5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846320"/>
            <a:ext cx="10908792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†  32B bf16 inj_5 에 backfire 1건(k0=False→kN=True) 추가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관측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: 성공한 공격(k0=True)은 전부 1/3/5(단순).  </a:t>
            </a:r>
            <a:r>
              <a:rPr sz="11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단 2/4의 0%는 실행 난이도가 아니라 연언 채점(near-unwinnable) 아티팩트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분석에서 제외.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1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진짜 신호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: 달성 가능한 1/3/5 범위에서 8B급은 전량 억제(6→0), 32B만 절반 이상 통과(inj_1은 bf16에서 3/3 그대로).  → k-sweep으로 억제력 보강 여부가 후속 검증 포인트.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04 · 실험 ③  양자화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양자화를 왜 의심했나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0879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slack knockout 실패가 나온 유일한 실행은 </a:t>
            </a:r>
            <a:r>
              <a:rPr sz="13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32B (4bit fp4)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대조군 8B급(Llama, Qwen 7B)은 전부 </a:t>
            </a:r>
            <a:r>
              <a:rPr sz="13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bf16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3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즉 원인이 </a:t>
            </a:r>
            <a:r>
              <a:rPr sz="13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(1) 32B 스케일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인지 </a:t>
            </a:r>
            <a:r>
              <a:rPr sz="13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(2) 4bit 양자화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인지가 지금까지 데이터로는 공변되어 구분 불가능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3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확인 절차: 7B에서 bf16 vs 4bit 직접 비교 → 4bit 세팅 자체(품질) 점검 → 32B를 bf16으로 재실행해 양자화 배제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04 · 실험 ③  양자화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7B: bf16 vs fp4 vs nf4+double_quant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2" cy="1682496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2743200"/>
                <a:gridCol w="1920240"/>
                <a:gridCol w="1737360"/>
                <a:gridCol w="1737360"/>
                <a:gridCol w="1737360"/>
                <a:gridCol w="1033272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quant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 k0 ASR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 kN ASR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k0 util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 backfire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7B bf16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bf16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0.171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0.311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7B fp4 (bnb 기본값)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fp4 / no-dq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0.057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0.057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0.178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7B nf4 + double_quant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nf4 / dq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0.343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0.057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0.254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794760"/>
            <a:ext cx="10908792" cy="201168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36015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fp4 아티팩트 확정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: bnb 4bit 기본값(fp4 + double_quant off)이 모델을 과손상 → knockout이 손상된 궤적에서 backfire.  nf4+double_quant로 utility 회복(0.178→0.254) + backfire 2→1.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비결정성 아님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: 동일 조건 2회(RTX 4090) 152/152 쌍 전 필드 일치 — greedy+고정 seed에서 완전 결정론적.  → </a:t>
            </a:r>
            <a:r>
              <a:rPr sz="1100" b="0">
                <a:solidFill>
                  <a:srgbClr val="565C66"/>
                </a:solidFill>
                <a:latin typeface="Consolas"/>
                <a:ea typeface="Consolas"/>
                <a:cs typeface="Consolas"/>
              </a:rPr>
              <a:t>run_agentdojo_eval.py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4bit 기본값을 nf4+double_quant on으로 교체 완료.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04 · 실험 ③  양자화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32B: nf4dq는 GPU 의존 · bf16으로 스케일 효과 확정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0" cy="2048256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2473139"/>
                <a:gridCol w="2742936"/>
                <a:gridCol w="1124154"/>
                <a:gridCol w="1124154"/>
                <a:gridCol w="1393951"/>
                <a:gridCol w="1034221"/>
                <a:gridCol w="1016235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GPU / quant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 k0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 kN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 k0_util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backfire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persist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32B nf4dq  (×3 동일)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A6000 sm_86 / nf4dq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0.229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0.229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0.286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32B nf4dq  (×5 동일)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Blackwell sm_120 / nf4dq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0.171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0.114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0.09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32B bf16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A6000 / bf16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0.257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0.143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0.286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(대조) 7B·8B bf16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4090 / bf16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~0.18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0.31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931920"/>
            <a:ext cx="10908792" cy="214884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4096512"/>
            <a:ext cx="103601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4bit는 GPU 고정 시 결정론적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(7B와 동일) — A6000 3회·Blackwell 5회 각각 slack 35쌍 전부 일치. 이전에 본 "nf4dq 실행 간 12/35 불일치"는 run-to-run 노이즈가 아니라 </a:t>
            </a:r>
            <a:r>
              <a:rPr sz="115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A6000 ↔ Blackwell 아키텍처 차이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15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원인: Blackwell sm_120의 bnb nf4 커널이 32B 손상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slack k0_util 0.286(=bf16) → 0.09 붕괴. → </a:t>
            </a:r>
            <a:r>
              <a:rPr sz="11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A6000 nf4dq가 신뢰 가능한 4bit 실행.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1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스케일 효과 확정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: bf16(양자화 배제)에서 kN 0.143(≠0) + backfire 1 vs 7B·8B bf16 전량 억제. A6000에서 nf4dq·bf16 둘 다 8B에 못 미침.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05 ·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결과 요약 &amp; 다음 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08792" cy="260604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856232"/>
            <a:ext cx="10360152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실험 결과 요약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0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파서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confound 아님. banking/workspace 저조는 모델·suite 자체 성질. agentdojo_default 기본값 채택.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0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표본 확대 (n=148)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스케일업 반례 재확정(전체 ASR 6.8%). 성공한 공격은 전부 단순 공격(injection_task 1/3/5) — 8B는 전량 억제, 32B만 절반 이상 persist.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0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양자화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fp4 아티팩트 확정(nf4+dq로 해소·기본값 교체). 32B 스케일 효과 약하게 확정 — bf16 단독에서도 slack knockout 불완전 + backfire 1. 4bit는 GPU 고정 시 결정론적 (이전 "비결정성"은 Blackwell 커널이 32B 손상시킨 것, A6000은 bf16과 일치).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0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대조 (32B bf16 banking)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backfire 0/42 → 스케일 취약은 slack에만 국한.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0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순효과는 끝까지 방어적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(suppressed 5 &gt; backfire 1) — "못 막는다"가 아니라 "특정 suite의 단순 공격에서만, 가끔 불완전 + backfire".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26280"/>
            <a:ext cx="10908792" cy="155448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690872"/>
            <a:ext cx="1036015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다음 진행하면 좋을 태스크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k-sweep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head 개수 ↑로 slack 1/3/5 억제력 보강되는지 (Track B용 신규 구현).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복합 공격 채점 축 확보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injection_task 2/4는 near-unwinnable → AgentDojo 외 벤치마크/자체 시나리오로 다단계 knockout 효과 측정.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다른 아키텍처 교차검증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Qwen3-8B, Llama-70B (후순위, 다음 사이클).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