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084831"/>
            <a:ext cx="1005840" cy="50292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IPI DEFENSE · PARSER &amp; QUANTIZATION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Read Head, Control Head 분리 PoC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— 파서 정합성 검증 + 양자화 아티팩트 규명 (4차)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A/B  ·  표본 확대 (n=148)  ·  양자화 규명 (fp4 → nf4 / bf16)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099"/>
                </a:solidFill>
                <a:latin typeface="Consolas"/>
                <a:ea typeface="Consolas"/>
                <a:cs typeface="Consolas"/>
              </a:rPr>
              <a:t>3차 발표 08-26  ·  피드백 대응 실험 08-31~09-06  ·  4차 발표 2026-09-XX       원종빈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 발표까지의 결론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84124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knockout = 찾은 head들의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주입 명령 방향(D</a:t>
            </a:r>
            <a:r>
              <a:rPr sz="9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 attention edge만 차단.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세 축 모두에서 "공격 억제 + 정상 기능 보존"이 재현됨.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확장 축: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① 스케일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Qwen2.5 7B→32B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② 패밀리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Qwen2→Llama-3.1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③ 공격 강도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문구 강화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154680"/>
          <a:ext cx="10908791" cy="195681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03120"/>
                <a:gridCol w="2926080"/>
                <a:gridCol w="640080"/>
                <a:gridCol w="1645920"/>
                <a:gridCol w="1645920"/>
                <a:gridCol w="1947671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상대 감소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30368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3차가 스스로 단 한계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표본이 작다(suite마다 무작위 15쌍)   ② 성공 사례가 거의 </a:t>
            </a:r>
            <a:r>
              <a:rPr sz="11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몰림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③ tool-call 파서가 우리 커스텀 구현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이번 사이클(P16)에 한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7772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47088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출발점: 교수님 피드백 4번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"tool-call 파서를 AgentDojo 기본값으로 바꿔서 실험해봐라"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697480"/>
          <a:ext cx="10908792" cy="237744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57200"/>
                <a:gridCol w="2743200"/>
                <a:gridCol w="770839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실험 라인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봤나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파서 A/B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커스텀 → agentdojo_default로 바꿔도 suite별 비대칭(banking/workspace 저조)이 그대로인가?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최대 확대  (n=148)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실패가 표본이 작아서인가 실재하는가? + 성공한 공격의 성격 분석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양자화 규명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실패가 나온 유일한 32B 실행이 4bit — 원인이 (1) 4bit 양자화인가 (2) 32B 스케일인가?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12080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376672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결론 미리보기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파서는 confound 아님   ② 스케일업 반례 재확정, 단 slack은 특이 케이스   ③ 원인 두 갈래(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fp4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양자화 아티팩트 + 약한 32B 스케일 효과)로 분리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왜 파서를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Track B(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)가 쓰던 tool-call 프롬프트/파서는 AgentDojo 자체 기본값이 아니라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우리가 만든 커스텀 파서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였음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이유: 초기 실험에서 1.5B 모델이 AgentDojo 기본 포맷을 안 따라 대체했던 이력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우려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지금까지 관찰한 "banking/workspace suite 저조"가 파서 아티팩트일 수 있지 않은가?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--tool_call_format agentdojo_default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옵션 추가(AgentDojo 자체 파서 재사용) 후 같은 조건에서 A/B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Custom vs AgentDojo-default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모델·heads·seed(42)·suite(banking/slack/workspace, held-out)로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Qwen2.5-7B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39.5%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91072" y="20116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Llama-3.1-8B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91072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79.2%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38.6%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526280"/>
            <a:ext cx="10908792" cy="15544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1036015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banking/workspace 저조는 파서 아티팩트가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두 모델·두 파서 모두 같은 suite별 비대칭 재현, parse ok율도 파서와 무관.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1.5B의 기본 포맷 실패 전례는 7B/8B에서 재현 안 됨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agentdojo_default를 기본값으로 채택.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단 Llama+agentdojo에서만 banking 1건 backfire(표본 1건, 이후 확대로 재확인).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표본을 왜 최대치로 키웠나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1090879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전환 직후 32B vs 7B 비교(초기 n=43~45)에서: 스케일업해도 ASR이 안 오르는 기존 결론은 재확인되지만, </a:t>
            </a:r>
            <a:r>
              <a:rPr sz="13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 suite에서만 knockout이 일부 성공 공격을 못 막는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신호가 눈에 띔</a:t>
            </a:r>
          </a:p>
          <a:p>
            <a:pPr algn="l">
              <a:lnSpc>
                <a:spcPct val="135000"/>
              </a:lnSpc>
              <a:spcBef>
                <a:spcPts val="1800"/>
              </a:spcBef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우연(표본이 작아서)인지 실재하는 패턴인지 가리려면 표본을 최대치로 → </a:t>
            </a:r>
            <a:r>
              <a:rPr sz="13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4개 suite held-out 후보 풀 전부 사용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Qwen2.5-32B 4-suite 전수 확대 (n=148)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87" cy="235915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939340"/>
                <a:gridCol w="727252"/>
                <a:gridCol w="1648439"/>
                <a:gridCol w="1648439"/>
                <a:gridCol w="1648439"/>
                <a:gridCol w="1648439"/>
                <a:gridCol w="1648439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66.7%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52.9%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83.8%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36.5%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68.3%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617720"/>
            <a:ext cx="10908792" cy="14630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782312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지금까지 가장 큰 표본에서도 전체 ASR 6.8%. 표본 크기 문제일 여지 소멸.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slack만 특이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held-out 35쌍 전수 기준 성공한 공격 8건 중 5건을 knockout이 못 막음(억제 3, persist 5). banking/travel/workspace는 완벽 억제(0%).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성공한 공격은 전부 "단순 공격"이었다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1090879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slack 성공 공격의 injection_task별 분해 (held-out 35쌍 전수,  k0 성공수 → kN 성공수)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08788" cy="252374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691054"/>
                <a:gridCol w="3702078"/>
                <a:gridCol w="691054"/>
                <a:gridCol w="1332748"/>
                <a:gridCol w="1480831"/>
                <a:gridCol w="1480831"/>
                <a:gridCol w="153019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목표 · 채점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fp4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링크 전송 · 단일조건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URL 방문 · 단일조건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초대·추가·제거 · trace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4→2  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4채널 유출 · 5-way AND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general 유출 · 3-way AND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1/3/5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달성 가능한 공격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46320"/>
            <a:ext cx="1090879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†  32B bf16 inj_5 에 backfire 1건(k0=False→kN=True) 추가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관측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성공한 공격(k0=True)은 전부 1/3/5(단순). 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단 2/4의 0%는 실행 난이도가 아니라 연언 채점(near-unwinnable) 아티팩트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분석에서 제외.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진짜 신호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달성 가능한 1/3/5 범위에서 8B급은 전량 억제(6→0), 32B만 절반 이상 통과(inj_1은 bf16에서 3/3 그대로).  → k-sweep으로 억제력 보강 여부가 후속 검증 포인트.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양자화를 왜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slack knockout 실패가 나온 유일한 실행은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(4bit fp4)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대조군 8B급(Llama, Qwen 7B)은 전부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bf16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즉 원인이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(1) 32B 스케일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(2) 4bit 양자화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인지가 지금까지 데이터로는 공변되어 구분 불가능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확인 절차: 7B에서 bf16 vs 4bit 직접 비교 → 4bit 세팅 자체(품질) 점검 → 32B를 bf16으로 재실행해 양자화 배제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7B: bf16 vs fp4 vs nf4+double_quant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168249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743200"/>
                <a:gridCol w="1920240"/>
                <a:gridCol w="1737360"/>
                <a:gridCol w="1737360"/>
                <a:gridCol w="17373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 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fp4 (bnb 기본값)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fp4 / no-dq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nf4 + double_quant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nf4 / 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94760"/>
            <a:ext cx="10908792" cy="20116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601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fp4 아티팩트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bnb 4bit 기본값(fp4 + double_quant off)이 모델을 과손상 → knockout이 손상된 궤적에서 backfire.  nf4+double_quant로 utility 회복(0.178→0.254) + backfire 2→1.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비결정성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동일 조건 2회(RTX 4090) 152/152 쌍 전 필드 일치 — greedy+고정 seed에서 완전 결정론적.  →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4bit 기본값을 nf4+double_quant on으로 교체 완료.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32B: fp4 / nf4dq (비결정적) / bf16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204825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468880"/>
                <a:gridCol w="2651760"/>
                <a:gridCol w="1280160"/>
                <a:gridCol w="1280160"/>
                <a:gridCol w="914400"/>
                <a:gridCol w="12801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GPU / 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supp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persist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/ nf4dq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Blackwell / nf4dq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A6000+2 /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(대조) 7B·8B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4090 /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~0.18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전량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두 nf4dq 실행이 교집합 136쌍 중 24쌍 불일치(18쌍이 baseline 차이) →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32B-4bit 평가는 run-to-run 비결정적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이 경로로는 스케일 판정 불가.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bf16으로 우회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완주율 100%·결정론적인데도 kN ASR 0.143(≠0) + backfire 1 — 7B·8B bf16(전량 억제·backfire 0)과 질적으로 다름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fp4와 무관한 스케일 기여 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05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종합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파서는 confound 아님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banking/workspace 저조는 커스텀 파서 탓이 아니라 모델·suite 자체의 성질. agentdojo_default로 전환 완료.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재확정 (n=148)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스케일을 키워도 전체 ASR은 안 오름(6.8%). 단 slack에서만 달성 가능한 공격 1/3/5 중 절반 이상 persist.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원인 두 갈래로 분리 규명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(a) fp4 4bit 양자화 아티팩트(확정, nf4+dq로 해소·기본값 교체)  (b) 32B 스케일 효과(약하게 확정, bf16 단독에서도 불완전 + backfire 1).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순효과는 여전히 방어적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(suppressed 5 &gt; backfire 1) — "못 막는다"가 아니라 "불완전 + 가끔 backfire".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06 · 대조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 bf16 banking — "slack 특유"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32B bf16 스택(동일 heads·설정)에서 --suite 만 slack → banking 으로 교체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10908792" cy="137160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441655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(S11 재인용)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/ 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스케일 효과로 불완전 억제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 / 42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baseline부터 공격 실패, knockout도 새 leak 없음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840480"/>
            <a:ext cx="10908792" cy="2103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60152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banking은 42쌍 전부 baseline부터 공격 실패라 "억제율" 틀이 안 맞음 → 판정 근거는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backfire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k0=False인데 knockout 후 kN=True로 뒤집힌 쌍이 있는지. </a:t>
            </a: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0/42로 하나도 없음.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같은 스택에서 slack만 backfire 1건이 나왔던 것과 대비 →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스케일 효과는 slack에 국한, banking엔 전이 안 됨.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050" b="1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⚠️ caveat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: 완주율 42/45(3쌍 원인불명 누락) · banking 자체가 baseline 성공률 낮은 suite.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07 ·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한계 및 다음 단계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429768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11480"/>
                <a:gridCol w="6035040"/>
                <a:gridCol w="446227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향후 방향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32B-4bit 평가의 run-to-run 비결정성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원인 미규명(별개 이슈)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bnb 4bit 커널 / 디바이스 배치 조건 추가 조사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불안정의 최종 원인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이 "단순 공격의 실행 관성" 가설 수준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k-sweep(head 개수 ↑)으로 억제력 보강되는지 확인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 공격(2/4)은 채점이 near-unwinnable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knockout 효과 측정 축이 없음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외 벤치마크 / 자체 시나리오로 다단계 채점 보완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 banking backfire 1건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(표본 1건) 미확인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 시 Llama도 n=148급 확대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아키텍처(Qwen3, Llama-70B) 교차검증 보류 중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사이클 후보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 대조 검증력 약함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(baseline 성공 0/42) + 완주율 93.3%(로그 미보존)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k-sweep으로 banking 성공률 ↑ 후 재검증 / 재실행 시 로그 보존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08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파서 전환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confound 아니었음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agentdojo_default 기본값 채택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814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87270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표본 확대 (n=148)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성공 공격은 전부 단순(1/3/5), 8B 전량 억제 / 32B만 절반 통과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548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15004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양자화 규명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fp4 아티팩트 확정(기본값 교체)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+ 32B 스케일 효과 확정, 순효과는 방어적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49039"/>
            <a:ext cx="10908792" cy="16916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103601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대조 실험 —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banking 대조로 32B 스케일 효과가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국한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됨을 확정.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"모델을 키우면 전반적으로 위험해진다"가 아니라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"특정 suite의 단순 공격에서만, 가끔 불완전 + backfire".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다음: 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이 deck의 pptx 산출 완료 · k-sweep 착수 / Qwen3-8B 진단은 다음 사이클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