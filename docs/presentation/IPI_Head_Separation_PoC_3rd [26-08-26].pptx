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84831"/>
            <a:ext cx="1005840" cy="50292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IPI DEFENSE · SCALE &amp; FAMILY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Read Head, Control Head 분리 PoC</a:t>
            </a:r>
          </a:p>
          <a:p>
            <a:pPr algn="l">
              <a:lnSpc>
                <a:spcPct val="120000"/>
              </a:lnSpc>
            </a:pPr>
            <a:r>
              <a:rPr sz="34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— 확장 검증 (3차)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모델 스케일업 (Qwen2.5-32B)  ·  모델 패밀리 교차검증 (Llama-3.1-8B)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B9099"/>
                </a:solidFill>
                <a:latin typeface="Consolas"/>
                <a:ea typeface="Consolas"/>
                <a:cs typeface="Consolas"/>
              </a:rPr>
              <a:t>2차 발표 08-19  ·  서버 이전 + 확장 실험 08-21~26  ·  3차 발표 2026-08-26       원종빈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01 · 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이번 사이클에 검증한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2차 발표 결론: knockout(head의 D</a:t>
            </a:r>
            <a:r>
              <a:rPr sz="9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inj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edge만 차단)이 7B에서 </a:t>
            </a:r>
            <a:r>
              <a:rPr sz="1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공격을 억제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하면서 </a:t>
            </a:r>
            <a:r>
              <a:rPr sz="13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정상 기능(utility)은 유지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이 효과가 </a:t>
            </a:r>
            <a:r>
              <a:rPr sz="17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① 더 큰 모델</a:t>
            </a:r>
            <a:r>
              <a:rPr sz="17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 에서도, </a:t>
            </a:r>
            <a:r>
              <a:rPr sz="17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② 다른 모델 계열</a:t>
            </a:r>
            <a:r>
              <a:rPr sz="17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 에서도 재현되는가?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5317236" cy="16916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904487"/>
            <a:ext cx="484174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① 스케일 축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Qwen2.5-7B → Qwen2.5-32B (4bit)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같은 모델 계열, 크기만 키워서 같은 실험 반복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3703320"/>
            <a:ext cx="5317236" cy="16916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69380" y="3904487"/>
            <a:ext cx="484174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② 패밀리 축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Qwen2.5 → Llama-3.1-8B (~7-8B 스케일 고정)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다른 아키텍처에서 같은 head 탐색·knockout 파이프라인 재실행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두 축 모두 코드 수정 없이 동일한 파이프라인(head 탐색 → 검증)을 재사용한다.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실험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실험 환경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3218688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926080"/>
                <a:gridCol w="79827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SSH 공용 서버, Titan RTX 24GB ×3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dtype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bf16 (Turing 에뮬레이션, fp32 대비 오차 무시할 수준)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스케일 축 모델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Qwen2.5-32B-Instruct</a:t>
                      </a: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(4bit)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패밀리 축 모델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Llama-3.1-8B-Instruct</a:t>
                      </a: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(fp16)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벤치마크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AgentDojo — banking / slack / travel / workspace 4개 suite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실제 tool 실행 기반 멀티턴 벤치마크(AgentDojo)를 두 축 모두 동일하게 사용.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실험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Head 탐색 (Track 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08792" cy="100584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81D"/>
                </a:solidFill>
                <a:latin typeface="Consolas"/>
                <a:ea typeface="Consolas"/>
                <a:cs typeface="Consolas"/>
              </a:rPr>
              <a:t>relevance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= attention weight × gradient  —  </a:t>
            </a:r>
            <a:r>
              <a:rPr sz="1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"주입된 명령을 실제로 본 head"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를 랭킹, 상위 20개 추출 (AttnLRP 기반)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5317236" cy="182880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3127248"/>
            <a:ext cx="482803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user_task 단위 group split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같은 과업(user_task)의 다른 injection이 탐색·평가 양쪽에 섞이지 않게 통째로 한쪽에만 배정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→ 데이터 누수 방지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2926080"/>
            <a:ext cx="5317236" cy="182880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9380" y="3127248"/>
            <a:ext cx="482803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suite별 층화 샘플링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4개 suite가 고르게 표본에 들어가도록 쿼터를 배정 — 특정 suite가 표본을 독점하지 않게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→ suite별 편차는 결과에 그대로 공개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탐색은 단일 턴(주입 직후 응답)만 잘라서 backward를 계산 — 검증(Track B)과 요구사항이 달라 분리.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실험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평가 (Track 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08792" cy="118872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" y="1883664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AgentDojo의 </a:t>
            </a:r>
            <a:r>
              <a:rPr sz="1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실제 멀티턴 agent loop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안에 모델을 직접 끼워 넣고 실행 — 토큰 확률 proxy가 아니라 </a:t>
            </a: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tool을 실제로 실행한 뒤 환경 상태로 채점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(네이티브 채점)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246120"/>
          <a:ext cx="6583680" cy="1298448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1463040"/>
                <a:gridCol w="512064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 = 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방어 없음 (baseline)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 = N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찾은 head들의 D_inj 방향 attention edge만 차단 (knockout)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79" y="3246120"/>
            <a:ext cx="4050791" cy="182880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35824" y="3429000"/>
            <a:ext cx="357530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두 지표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utility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원래 과업 성공 여부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security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공격 성공 여부 (낮을수록 좋음)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head 탐색에 쓰인 user_task는 평가 후보에서 제외(held-out) — 같은 데이터로 찾고 검증하지 않는다.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결과 개요 — 모델 × 공격 종류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89" cy="2651760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1813482"/>
                <a:gridCol w="2464475"/>
                <a:gridCol w="604494"/>
                <a:gridCol w="1441485"/>
                <a:gridCol w="1441485"/>
                <a:gridCol w="1441485"/>
                <a:gridCol w="1701883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Qwen2.5-7B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important_instructions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18.75%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18.75%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2.08%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Qwen2.5-7B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19.6%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17.4%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2.17%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Qwen2.5-32B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important_instructions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45.6%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47.4%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8.77%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3.51%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Qwen2.5-32B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56.4%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9.1%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Llama-3.1-8B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important_instructions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38.6%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38.6%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Llama-3.1-8B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36.4%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34.1%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892040"/>
            <a:ext cx="10908792" cy="118872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601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세 모델·두 공격 전부 공격 성공률이 knockout 후 </a:t>
            </a: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방향이 일관되게 낮아진다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(억제).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1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⚠️ Qwen2.5-7B 두 행은 구버전 파이프라인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(held-out split 도입 전) 결과라 32B/Llama-8B와 직접 비교는 caveat 필요 — 정량 비교는 다음 슬라이드부터(같은 파이프라인끼리). Llama 두 행은 travel 제외(n=44).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Llama-3.1-8B 두 행 모두 travel suite 제외(파서 미지원, S9/S10 각주 참고).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32B / important_instructions (n=57)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2359152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011680"/>
                <a:gridCol w="731520"/>
                <a:gridCol w="1920240"/>
                <a:gridCol w="1920240"/>
                <a:gridCol w="2011680"/>
                <a:gridCol w="231343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53.3%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73.3%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travel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6.7%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workspace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58.3%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58.3%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45.6%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47.4%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8.77%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3.51%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663440"/>
            <a:ext cx="10908792" cy="10058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utility는 knockout 후에도 </a:t>
            </a: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유지(소폭 상승)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, 공격 성공률은 </a:t>
            </a:r>
            <a:r>
              <a:rPr sz="12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약 60% 상대 감소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. 공격 성공 사례는 slack에 집중 — 나머지 3개 suite는 baseline부터 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results/2026-08-24_s4_32b/agentdojo_eval.json · --eval_split heldout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32B / tool_knowledge (n=55)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2359152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011680"/>
                <a:gridCol w="731520"/>
                <a:gridCol w="1920240"/>
                <a:gridCol w="1920240"/>
                <a:gridCol w="2011680"/>
                <a:gridCol w="231343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86.7%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46.7%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travel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workspace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53.8%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54.5%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56.4%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9.1%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663440"/>
            <a:ext cx="10908792" cy="10058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공격 문구를 강화하자 baseline ASR이 </a:t>
            </a:r>
            <a:r>
              <a:rPr sz="12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8.77%→14.5%로 뜀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그래도 knockout 후 억제 방향은 유지. utility는 오히려 소폭 상승(54.5%→56.4%).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results/2026-08-24_s4_32b/agentdojo_eval_toolknowledge.json · --eval_split heldout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Llama-3.1-8B / important_instructions (n=44)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1956816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011680"/>
                <a:gridCol w="731520"/>
                <a:gridCol w="1920240"/>
                <a:gridCol w="1920240"/>
                <a:gridCol w="2011680"/>
                <a:gridCol w="231343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workspace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21.4%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21.4%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38.6%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38.6%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343400"/>
            <a:ext cx="10908792" cy="10058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utility </a:t>
            </a: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완전 유지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, 공격 성공률 </a:t>
            </a:r>
            <a:r>
              <a:rPr sz="12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완전 억제(4.5%→0%)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Qwen2가 아닌 다른 아키텍처에서도 같은 패턴이 재현됨.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(각주) travel suite는 이번 파이프라인이 멀티 tool-call 응답 파싱을 지원하지 않아 제외 — 실제 성능 결과 아님. results/2026-08-25_s6_llama8b/agentdojo_eval.json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Llama-3.1-8B / tool_knowledge (n=44)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1956816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011680"/>
                <a:gridCol w="731520"/>
                <a:gridCol w="1920240"/>
                <a:gridCol w="1920240"/>
                <a:gridCol w="2011680"/>
                <a:gridCol w="231343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33.3%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26.7%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13.3%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workspace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21.4%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21.4%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36.4%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34.1%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343400"/>
            <a:ext cx="10908792" cy="10058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공격 성공률은 여기서도 </a:t>
            </a:r>
            <a:r>
              <a:rPr sz="12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완전 억제(4.5%→0%)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important_instructions와 동일. utility는 소폭 하락(36.4%→34.1%, banking 1건이 knockout 후 실패로 전환) — 32B만큼 완전하진 않지만 큰 폭 유지.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(각주) travel suite 제외 — 위와 동일 사유. results/2026-08-25_s6_llama8b/agentdojo_eval_toolknowledge.json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공격 강도 비교 — 모델 간 종합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1" cy="2048256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103120"/>
                <a:gridCol w="2834640"/>
                <a:gridCol w="640080"/>
                <a:gridCol w="1737360"/>
                <a:gridCol w="1737360"/>
                <a:gridCol w="1856231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k=0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ASR  k=N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 감소율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Qwen2.5-32B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important_instructions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8.77%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3.51%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Qwen2.5-32B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9.1%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Llama-3.1-8B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important_instructions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4.5%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Llama-3.1-8B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4.5%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611880"/>
            <a:ext cx="10908792" cy="16916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813048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32B: 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공격이 강해질수록 knockout 후에도 남는 절대적 위험이 커짐(3.51%→9.1%) — 억제는 하지만 완전하진 않음.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Llama-3.1-8B: 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공격 강도와 무관하게 두 공격 다 </a:t>
            </a:r>
            <a:r>
              <a:rPr sz="12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완전 억제(100%)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표본이 작아(성공 사례 2건뿐) 과대해석은 주의해야 하지만, 32B와 다른 양상이라는 점은 흥미로운 대조.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results/2026-08-24_s4_32b/*.json · results/2026-08-25_s6_llama8b/*.json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04 ·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한계 및 다음 실험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3346704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457200"/>
                <a:gridCol w="6949440"/>
                <a:gridCol w="3502152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향후 방향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 크기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suite마다 무작위 15쌍만 평가, 전수 평가 아님 (예: workspace는 실제 후보 pool 300~450쌍 중 15개만 사용)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suite별 전체 평가로 확대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suite별 편차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공격 성공 사례가 거의 slack에만 몰려 있음(나머지 3개 suite는 baseline부터 0%인 경우가 많음)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결과를 "slack 주도"로 caveat, 더 다양한 공격 시나리오 필요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AttnLRP(lxt) 검증 아키텍처 범위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head 탐색(backward LRP)이 정상 동작을 확인한 건 지금까지 Qwen2.5·Llama-3.1 두 계열뿐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표준 구조(RMSNorm+SwiGLU+표준 attention)를 쓰는 다른 모델(Mistral, DeepSeek dense 계열 등)로 </a:t>
                      </a:r>
                      <a:r>
                        <a:rPr sz="10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확장이 코드상 저비용으로 가능해 보임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다음 실험 후보로 제안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tool-call 파싱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100% 성공은 아님(모델별 70%대) — 실패한 턴은 tool 미실행으로 집계돼 utility가 과소평가될 수 있음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모델별 파서 정교화 지속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05 ·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53414" cy="150876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297792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스케일 축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Qwen2.5 7B → 32B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utility 유지 + 공격 60% 감소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814" y="1691640"/>
            <a:ext cx="3453414" cy="150876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05558" y="1874519"/>
            <a:ext cx="297792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패밀리 축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Qwen2 → Llama-3.1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utility 유지 + 공격 완전 억제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5548" y="1691640"/>
            <a:ext cx="3453414" cy="150876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33292" y="1874519"/>
            <a:ext cx="297792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공격 강도 축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문구를 더 명확하게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15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32B는 잔여 위험 증가, Llama는 완전 억제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10908792" cy="105156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721608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세 축 모두 "공격 억제 + 정상 기능 보존" 패턴이 재현됨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7B 단일 모델·단일 공격 문구에서만 성립하던 효과가 아니었다.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한계: </a:t>
            </a: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표본 크기 · suite 편차 · lxt 검증 아키텍처 범위 — 상세는 이전 슬라이드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